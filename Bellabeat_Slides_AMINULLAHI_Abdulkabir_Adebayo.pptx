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Bellabeat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 AMINULLAHI, Abdulkabir Adebayo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activity, sleep, and calorie data to support Bellabeat marketing.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15 medium-activity users</a:t>
            </a:r>
          </a:p>
          <a:p>
            <a:r>
              <a:t>• 14 low-activity users</a:t>
            </a:r>
          </a:p>
          <a:p>
            <a:r>
              <a:t>• Sleep correlates with steps</a:t>
            </a:r>
          </a:p>
          <a:p>
            <a:r>
              <a:t>• Calories follow step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Encourage consistency</a:t>
            </a:r>
          </a:p>
          <a:p>
            <a:r>
              <a:t>• Promote sleep→activity connection</a:t>
            </a:r>
          </a:p>
          <a:p>
            <a:r>
              <a:t>• Segment-based messaging</a:t>
            </a:r>
          </a:p>
          <a:p>
            <a:r>
              <a:t>• Highlight calorie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Charts displayed in the Dashboard PDF.</a:t>
            </a:r>
          </a:p>
          <a:p>
            <a:r>
              <a:t>(Insert visuals manually)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